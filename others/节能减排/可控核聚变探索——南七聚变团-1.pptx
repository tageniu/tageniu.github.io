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4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4/8/18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4/8/18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4/8/18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4/8/18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4/8/18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4/8/18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4/8/18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带题注的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4/8/18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带题注的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4/8/18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4/8/18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4/8/18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dirty="0"/>
              <a:pPr/>
              <a:t>4/8/18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4">
            <a:extLst>
              <a:ext uri="{FF2B5EF4-FFF2-40B4-BE49-F238E27FC236}">
                <a16:creationId xmlns:a16="http://schemas.microsoft.com/office/drawing/2014/main" id="{FBD4DB6A-1B89-8844-AD56-CD94DE35E8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4372" y="714458"/>
            <a:ext cx="5053366" cy="296294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8AAC914B-BE9D-2F4B-BDBF-5BE1CE60154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Hans" altLang="en-US" dirty="0"/>
              <a:t>可控核聚变前景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B47408E-78D3-7348-8526-42E2AFD097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9848" y="4645152"/>
            <a:ext cx="7315200" cy="914400"/>
          </a:xfrm>
        </p:spPr>
        <p:txBody>
          <a:bodyPr/>
          <a:lstStyle/>
          <a:p>
            <a:r>
              <a:rPr lang="zh-Hans" altLang="en-US" dirty="0"/>
              <a:t>一种近乎无限、清洁的能源，一旦实现，人类将彻底摆脱能源问题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660739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142BC8-C016-1C4B-B970-AB0F08601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64108"/>
            <a:ext cx="2947482" cy="4601183"/>
          </a:xfrm>
        </p:spPr>
        <p:txBody>
          <a:bodyPr/>
          <a:lstStyle/>
          <a:p>
            <a:r>
              <a:rPr lang="zh-Hans" altLang="en-US" dirty="0"/>
              <a:t>目录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3C7A934-9A4F-D74A-85F2-DBA2DA2ED6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7125" y="864108"/>
            <a:ext cx="7315200" cy="5120640"/>
          </a:xfrm>
        </p:spPr>
        <p:txBody>
          <a:bodyPr/>
          <a:lstStyle/>
          <a:p>
            <a:r>
              <a:rPr lang="zh-Hans" altLang="en-US" dirty="0"/>
              <a:t>可控核聚变介绍</a:t>
            </a:r>
          </a:p>
          <a:p>
            <a:r>
              <a:rPr lang="zh-Hans" altLang="en-US" dirty="0"/>
              <a:t>聚变反应堆整体架构</a:t>
            </a:r>
          </a:p>
          <a:p>
            <a:r>
              <a:rPr lang="zh-Hans" altLang="en-US" dirty="0"/>
              <a:t>实现途径与相关技术</a:t>
            </a:r>
          </a:p>
          <a:p>
            <a:r>
              <a:rPr lang="zh-Hans" altLang="en-US" dirty="0"/>
              <a:t>安全性与环境友好性</a:t>
            </a:r>
          </a:p>
          <a:p>
            <a:r>
              <a:rPr lang="zh-Hans" altLang="en-US" dirty="0"/>
              <a:t>可控核聚变未来走向</a:t>
            </a:r>
          </a:p>
          <a:p>
            <a:r>
              <a:rPr lang="zh-Hans" altLang="en-US" dirty="0"/>
              <a:t>思考与结论</a:t>
            </a:r>
          </a:p>
          <a:p>
            <a:endParaRPr lang="zh-Hans" altLang="en-US" dirty="0"/>
          </a:p>
          <a:p>
            <a:endParaRPr lang="zh-Hans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253304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1DA2A6-58B2-2345-93BA-747E26463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Hans" altLang="en-US" dirty="0"/>
              <a:t>可控核聚变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9678E7-63C5-2542-9868-C4142ADC83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Hans" altLang="en-US" dirty="0"/>
              <a:t>简介</a:t>
            </a:r>
          </a:p>
          <a:p>
            <a:r>
              <a:rPr lang="zh-Hans" altLang="en-US" dirty="0"/>
              <a:t>反应机理</a:t>
            </a:r>
          </a:p>
          <a:p>
            <a:r>
              <a:rPr lang="zh-Hans" altLang="en-US" dirty="0"/>
              <a:t>等离子体行为</a:t>
            </a:r>
          </a:p>
          <a:p>
            <a:r>
              <a:rPr lang="zh-Hans" altLang="en-US" dirty="0"/>
              <a:t>氘、氚同位素及相关核反应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738914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A46033-261D-5E49-A257-371C96499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Hans" altLang="en-US" dirty="0"/>
              <a:t>工程问题：</a:t>
            </a:r>
            <a:br>
              <a:rPr lang="zh-Hans" altLang="en-US" dirty="0"/>
            </a:br>
            <a:r>
              <a:rPr lang="zh-Hans" altLang="en-US" dirty="0"/>
              <a:t>等离子体约束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E0B536-215B-924D-B07F-4F7C8DAA79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Hans" altLang="en-US" dirty="0"/>
              <a:t>等离子体约束原则</a:t>
            </a:r>
          </a:p>
          <a:p>
            <a:r>
              <a:rPr lang="zh-Hans" altLang="en-US" dirty="0"/>
              <a:t>磁约束</a:t>
            </a:r>
          </a:p>
          <a:p>
            <a:r>
              <a:rPr lang="zh-Hans" altLang="en-US" dirty="0"/>
              <a:t>惯性约束</a:t>
            </a:r>
          </a:p>
          <a:p>
            <a:r>
              <a:rPr lang="zh-Hans" altLang="en-US" dirty="0"/>
              <a:t>静电约束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557654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EC4D6C-F75C-8E46-B269-FA409EBE0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Hans" altLang="en-US" dirty="0"/>
              <a:t>磁约束：</a:t>
            </a:r>
            <a:br>
              <a:rPr lang="zh-Hans" altLang="en-US" dirty="0"/>
            </a:br>
            <a:r>
              <a:rPr lang="zh-Hans" altLang="en-US" dirty="0"/>
              <a:t>托克马克装置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C991DEB-5C67-E64E-BCA0-FA4903DEBC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74134" y="864108"/>
            <a:ext cx="7315200" cy="5120640"/>
          </a:xfrm>
        </p:spPr>
        <p:txBody>
          <a:bodyPr/>
          <a:lstStyle/>
          <a:p>
            <a:r>
              <a:rPr lang="zh-Hans" altLang="en-US" dirty="0"/>
              <a:t>托克马克运行原理</a:t>
            </a:r>
          </a:p>
          <a:p>
            <a:r>
              <a:rPr lang="zh-Hans" altLang="en-US" dirty="0"/>
              <a:t>相关工程：</a:t>
            </a:r>
            <a:r>
              <a:rPr lang="en-US" altLang="zh-Hans" dirty="0"/>
              <a:t>ITER</a:t>
            </a:r>
            <a:r>
              <a:rPr lang="zh-Hans" altLang="en-US" dirty="0"/>
              <a:t>计划、</a:t>
            </a:r>
            <a:r>
              <a:rPr lang="en-US" altLang="zh-Hans" dirty="0"/>
              <a:t>EAST</a:t>
            </a:r>
            <a:r>
              <a:rPr lang="zh-Hans" altLang="en-US" dirty="0"/>
              <a:t>计划、</a:t>
            </a:r>
            <a:r>
              <a:rPr lang="en-US" altLang="zh-Hans" dirty="0"/>
              <a:t>CERN</a:t>
            </a:r>
            <a:r>
              <a:rPr lang="zh-Hans" altLang="en-US" dirty="0"/>
              <a:t>计划。</a:t>
            </a:r>
          </a:p>
          <a:p>
            <a:r>
              <a:rPr lang="zh-Hans" altLang="en-US" dirty="0"/>
              <a:t>目前尚未克服的技术难题</a:t>
            </a:r>
          </a:p>
          <a:p>
            <a:r>
              <a:rPr lang="zh-Hans" altLang="en-US" dirty="0"/>
              <a:t>取得的成果（附时间线）</a:t>
            </a:r>
          </a:p>
          <a:p>
            <a:r>
              <a:rPr lang="zh-Hans" altLang="en-US" dirty="0"/>
              <a:t>优缺点</a:t>
            </a:r>
          </a:p>
        </p:txBody>
      </p:sp>
    </p:spTree>
    <p:extLst>
      <p:ext uri="{BB962C8B-B14F-4D97-AF65-F5344CB8AC3E}">
        <p14:creationId xmlns:p14="http://schemas.microsoft.com/office/powerpoint/2010/main" val="22938028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CBB698-3368-2242-90E3-BC7ADA7DA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Hans" altLang="en-US" dirty="0"/>
              <a:t>惯性约束：</a:t>
            </a:r>
            <a:br>
              <a:rPr lang="zh-Hans" altLang="en-US" dirty="0"/>
            </a:br>
            <a:r>
              <a:rPr lang="zh-Hans" altLang="en-US" dirty="0"/>
              <a:t>激光驱动器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C58B2D-7D1E-E142-A273-9DF7981000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Hans" altLang="en-US" dirty="0"/>
              <a:t>激光驱动器运行原理</a:t>
            </a:r>
          </a:p>
          <a:p>
            <a:r>
              <a:rPr lang="zh-Hans" altLang="en-US" dirty="0"/>
              <a:t>相关工程：</a:t>
            </a:r>
            <a:r>
              <a:rPr lang="en-US" altLang="zh-Hans" dirty="0"/>
              <a:t>NIF</a:t>
            </a:r>
            <a:r>
              <a:rPr lang="zh-Hans" altLang="en-US" dirty="0"/>
              <a:t>等</a:t>
            </a:r>
          </a:p>
          <a:p>
            <a:r>
              <a:rPr lang="zh-Hans" altLang="en-US" dirty="0"/>
              <a:t>目前尚未克服的技术难题</a:t>
            </a:r>
          </a:p>
          <a:p>
            <a:r>
              <a:rPr lang="zh-Hans" altLang="en-US" dirty="0"/>
              <a:t>取得的成果（附时间线）</a:t>
            </a:r>
          </a:p>
          <a:p>
            <a:r>
              <a:rPr lang="zh-Hans" altLang="en-US" dirty="0"/>
              <a:t>优缺点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88986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942135-2658-454E-A967-D3FB86D38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Hans" altLang="en-US" dirty="0"/>
              <a:t>仿星器：</a:t>
            </a:r>
            <a:endParaRPr lang="zh-CN" altLang="en-US" dirty="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12A12631-BAAD-654D-9C1C-4922F9A460E0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Char char="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Hans" altLang="en-US" dirty="0"/>
              <a:t>仿星器运行原理</a:t>
            </a:r>
          </a:p>
          <a:p>
            <a:r>
              <a:rPr lang="zh-Hans" altLang="en-US" dirty="0"/>
              <a:t>相关工程：</a:t>
            </a:r>
          </a:p>
          <a:p>
            <a:r>
              <a:rPr lang="zh-Hans" altLang="en-US" dirty="0"/>
              <a:t>目前尚未克服的技术难题</a:t>
            </a:r>
          </a:p>
          <a:p>
            <a:r>
              <a:rPr lang="zh-Hans" altLang="en-US" dirty="0"/>
              <a:t>取得的成果（附时间线）</a:t>
            </a:r>
          </a:p>
          <a:p>
            <a:r>
              <a:rPr lang="zh-Hans" altLang="en-US" dirty="0"/>
              <a:t>优缺点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888469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9E8D2E-106F-A342-BC71-2EE60DC2E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Hans" altLang="en-US" dirty="0"/>
              <a:t>安全性与环境友好性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76064E6-9341-B140-BA2C-EBF03AF575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Hans" altLang="en-US" dirty="0"/>
              <a:t>潜在的事故发生可能性</a:t>
            </a:r>
          </a:p>
          <a:p>
            <a:r>
              <a:rPr lang="zh-Hans" altLang="en-US" dirty="0"/>
              <a:t>聚变废料的处理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335076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96E3F6-C2E7-F742-9363-7EBB3F5C4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Hans" altLang="en-US" dirty="0"/>
              <a:t>思考与结论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5A1C116-8B62-D04E-8550-6A9E3D382F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Hans" altLang="en-US" dirty="0"/>
              <a:t>关于核聚变的思考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60855801"/>
      </p:ext>
    </p:extLst>
  </p:cSld>
  <p:clrMapOvr>
    <a:masterClrMapping/>
  </p:clrMapOvr>
</p:sld>
</file>

<file path=ppt/theme/theme1.xml><?xml version="1.0" encoding="utf-8"?>
<a:theme xmlns:a="http://schemas.openxmlformats.org/drawingml/2006/main" name="框架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宽屏</PresentationFormat>
  <Slides>9</Slides>
  <Notes>0</Notes>
  <HiddenSlides>0</HiddenSlide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0" baseType="lpstr">
      <vt:lpstr>框架</vt:lpstr>
      <vt:lpstr>可控核聚变前景</vt:lpstr>
      <vt:lpstr>目录</vt:lpstr>
      <vt:lpstr>可控核聚变</vt:lpstr>
      <vt:lpstr>工程问题： 等离子体约束</vt:lpstr>
      <vt:lpstr>磁约束： 托克马克装置</vt:lpstr>
      <vt:lpstr>惯性约束： 激光驱动器</vt:lpstr>
      <vt:lpstr>仿星器：</vt:lpstr>
      <vt:lpstr>安全性与环境友好性</vt:lpstr>
      <vt:lpstr>思考与结论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可控核聚变前景</dc:title>
  <cp:revision>4</cp:revision>
  <dcterms:modified xsi:type="dcterms:W3CDTF">2018-04-08T11:57:30Z</dcterms:modified>
</cp:coreProperties>
</file>